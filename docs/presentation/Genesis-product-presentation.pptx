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0cd4e3cd174e34" /><Relationship Type="http://schemas.openxmlformats.org/officeDocument/2006/relationships/extended-properties" Target="/docProps/app.xml" Id="R956a5952e37c4f77" /><Relationship Type="http://schemas.openxmlformats.org/officeDocument/2006/relationships/officeDocument" Target="/ppt/presentation.xml" Id="Rbe98f8219f244b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556e94e3c540cb"/>
  </p:sldMasterIdLst>
  <p:notesMasterIdLst>
    <p:notesMasterId xmlns:r="http://schemas.openxmlformats.org/officeDocument/2006/relationships" r:id="R9e67b4ee88044338"/>
  </p:notesMasterIdLst>
  <p:sldIdLst>
    <p:sldId xmlns:r="http://schemas.openxmlformats.org/officeDocument/2006/relationships" id="256" r:id="Rf2f4f708024645e3"/>
    <p:sldId xmlns:r="http://schemas.openxmlformats.org/officeDocument/2006/relationships" id="257" r:id="R54a5176c0f5c40e0"/>
    <p:sldId xmlns:r="http://schemas.openxmlformats.org/officeDocument/2006/relationships" id="258" r:id="R344a14f7e71c401a"/>
    <p:sldId xmlns:r="http://schemas.openxmlformats.org/officeDocument/2006/relationships" id="259" r:id="R25a293952e314c0c"/>
    <p:sldId xmlns:r="http://schemas.openxmlformats.org/officeDocument/2006/relationships" id="260" r:id="Rfb4f3b3c6962436b"/>
    <p:sldId xmlns:r="http://schemas.openxmlformats.org/officeDocument/2006/relationships" id="261" r:id="R8e650a2392de4763"/>
    <p:sldId xmlns:r="http://schemas.openxmlformats.org/officeDocument/2006/relationships" id="262" r:id="R96a52225e1974358"/>
    <p:sldId xmlns:r="http://schemas.openxmlformats.org/officeDocument/2006/relationships" id="263" r:id="Rad3d21882e0e420f"/>
    <p:sldId xmlns:r="http://schemas.openxmlformats.org/officeDocument/2006/relationships" id="264" r:id="R779256c844c54257"/>
    <p:sldId xmlns:r="http://schemas.openxmlformats.org/officeDocument/2006/relationships" id="265" r:id="R9b491af61b4944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3bfe14e6774298" /><Relationship Type="http://schemas.openxmlformats.org/officeDocument/2006/relationships/slideMaster" Target="/ppt/slideMasters/slideMaster1.xml" Id="Rfc556e94e3c540cb" /><Relationship Type="http://schemas.openxmlformats.org/officeDocument/2006/relationships/notesMaster" Target="/ppt/notesMasters/notesMaster1.xml" Id="R9e67b4ee88044338" /><Relationship Type="http://schemas.openxmlformats.org/officeDocument/2006/relationships/presProps" Target="/ppt/presProps.xml" Id="Rcd6a54b234114fae" /><Relationship Type="http://schemas.openxmlformats.org/officeDocument/2006/relationships/tableStyles" Target="/ppt/tableStyles.xml" Id="R0522f5cbf92d4e7e" /><Relationship Type="http://schemas.openxmlformats.org/officeDocument/2006/relationships/slide" Target="/ppt/slides/slide1.xml" Id="Rf2f4f708024645e3" /><Relationship Type="http://schemas.openxmlformats.org/officeDocument/2006/relationships/slide" Target="/ppt/slides/slide2.xml" Id="R54a5176c0f5c40e0" /><Relationship Type="http://schemas.openxmlformats.org/officeDocument/2006/relationships/slide" Target="/ppt/slides/slide3.xml" Id="R344a14f7e71c401a" /><Relationship Type="http://schemas.openxmlformats.org/officeDocument/2006/relationships/slide" Target="/ppt/slides/slide4.xml" Id="R25a293952e314c0c" /><Relationship Type="http://schemas.openxmlformats.org/officeDocument/2006/relationships/slide" Target="/ppt/slides/slide5.xml" Id="Rfb4f3b3c6962436b" /><Relationship Type="http://schemas.openxmlformats.org/officeDocument/2006/relationships/slide" Target="/ppt/slides/slide6.xml" Id="R8e650a2392de4763" /><Relationship Type="http://schemas.openxmlformats.org/officeDocument/2006/relationships/slide" Target="/ppt/slides/slide7.xml" Id="R96a52225e1974358" /><Relationship Type="http://schemas.openxmlformats.org/officeDocument/2006/relationships/slide" Target="/ppt/slides/slide8.xml" Id="Rad3d21882e0e420f" /><Relationship Type="http://schemas.openxmlformats.org/officeDocument/2006/relationships/slide" Target="/ppt/slides/slide9.xml" Id="R779256c844c54257" /><Relationship Type="http://schemas.openxmlformats.org/officeDocument/2006/relationships/slide" Target="/ppt/slides/slide10.xml" Id="R9b491af61b4944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d82ea777e64a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8a7e6c7df74761" /><Relationship Type="http://schemas.openxmlformats.org/officeDocument/2006/relationships/notesMaster" Target="/ppt/notesMasters/notesMaster1.xml" Id="Rf40a46fb616e40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b53b4a6da44b89" /><Relationship Type="http://schemas.openxmlformats.org/officeDocument/2006/relationships/notesMaster" Target="/ppt/notesMasters/notesMaster1.xml" Id="Rb7fe6ea7b37345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40ae440c744081" /><Relationship Type="http://schemas.openxmlformats.org/officeDocument/2006/relationships/notesMaster" Target="/ppt/notesMasters/notesMaster1.xml" Id="Ra8ae7af3b38a43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717c9a01b64200" /><Relationship Type="http://schemas.openxmlformats.org/officeDocument/2006/relationships/notesMaster" Target="/ppt/notesMasters/notesMaster1.xml" Id="R84a2e8af657849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f96ef4ea97491a" /><Relationship Type="http://schemas.openxmlformats.org/officeDocument/2006/relationships/notesMaster" Target="/ppt/notesMasters/notesMaster1.xml" Id="R0cff749983e146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fa271f207840b6" /><Relationship Type="http://schemas.openxmlformats.org/officeDocument/2006/relationships/notesMaster" Target="/ppt/notesMasters/notesMaster1.xml" Id="Rd327def42cc749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d41cc8508849b1" /><Relationship Type="http://schemas.openxmlformats.org/officeDocument/2006/relationships/notesMaster" Target="/ppt/notesMasters/notesMaster1.xml" Id="R68067ecfa1ce4d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2fc9d7e67c41f5" /><Relationship Type="http://schemas.openxmlformats.org/officeDocument/2006/relationships/notesMaster" Target="/ppt/notesMasters/notesMaster1.xml" Id="R1f4a75a9b60c45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31b4ddf9d04312" /><Relationship Type="http://schemas.openxmlformats.org/officeDocument/2006/relationships/notesMaster" Target="/ppt/notesMasters/notesMaster1.xml" Id="R3de5842defaa4c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7cd37133e74799" /><Relationship Type="http://schemas.openxmlformats.org/officeDocument/2006/relationships/notesMaster" Target="/ppt/notesMasters/notesMaster1.xml" Id="R1520b4b59cd640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Genesis is a prototype AI app builder for CRM-connected workflows.</a:t>
            </a:r>
          </a:p>
          <a:p xmlns:a="http://schemas.openxmlformats.org/drawingml/2006/main">
            <a:r>
              <a:t>Source: project README and current implementation, Genesis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generated application uses a host-provided bridge for supported CRM operations.</a:t>
            </a:r>
          </a:p>
          <a:p xmlns:a="http://schemas.openxmlformats.org/drawingml/2006/main">
            <a:r>
              <a:t>Source: project README and current implementation, Genesis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illustration represents the product concept and is not a screenshot.</a:t>
            </a:r>
          </a:p>
          <a:p xmlns:a="http://schemas.openxmlformats.org/drawingml/2006/main">
            <a:r>
              <a:t>Source: project README and current implementation, Genesis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generation endpoint supports streamed events. Real-world generation reliability remains under review.</a:t>
            </a:r>
          </a:p>
          <a:p xmlns:a="http://schemas.openxmlformats.org/drawingml/2006/main">
            <a:r>
              <a:t>Source: project README and current implementation, Genesis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preview uses an iframe sandbox and a message bridge. Each generation creates a snapshot.</a:t>
            </a:r>
          </a:p>
          <a:p xmlns:a="http://schemas.openxmlformats.org/drawingml/2006/main">
            <a:r>
              <a:t>Source: project README and current implementation, Genesis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Some message delivery tests returned account configuration errors. API acceptance does not guarantee delivery. Contact search currently retrieves the first page.</a:t>
            </a:r>
          </a:p>
          <a:p xmlns:a="http://schemas.openxmlformats.org/drawingml/2006/main">
            <a:r>
              <a:t>Source: project README and current implementation, Genesis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deployed provider is Groq. The assignment requires OpenAI or Claude.</a:t>
            </a:r>
          </a:p>
          <a:p xmlns:a="http://schemas.openxmlformats.org/drawingml/2006/main">
            <a:r>
              <a:t>Source: project README and current implementation, Genesis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server streams tokens, validates generated file records, stores files and snapshots, and mediates CRM requests.</a:t>
            </a:r>
          </a:p>
          <a:p xmlns:a="http://schemas.openxmlformats.org/drawingml/2006/main">
            <a:r>
              <a:t>Source: project README and current implementation, Genesis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 Functions mediate Firestore access. Rate limits exist for generation and CRM endpoints; they are not universal limits across every endpoint.</a:t>
            </a:r>
          </a:p>
          <a:p xmlns:a="http://schemas.openxmlformats.org/drawingml/2006/main">
            <a:r>
              <a:t>Source: project README and current implementation, Genesis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Tests use mocks and do not replace end-to-end validation. A previously observed malformed generation response still needs investigation.</a:t>
            </a:r>
          </a:p>
          <a:p xmlns:a="http://schemas.openxmlformats.org/drawingml/2006/main">
            <a:r>
              <a:t>Source: project README and current implementation, Genesis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29d9a72b4441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f3ad6231bb49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a78680ecf549c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e1166f78c4a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99e8a66f64a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2a2485acd447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4FFF50-456D-4313-B435-4E1C4E0793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25C0F60-76FF-4017-9266-81F8588E81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89D6C48-1FAF-406E-8F62-F80ADBB6A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6FBF11-E73B-4B8D-AEB9-0FA294538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BA6091-96E2-4BDF-8183-087DD5043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5D1E95-196D-4A9B-A804-1E6D5EF5A5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4E2CD0-AE19-44E0-A8D2-68ECB8FE1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D0E1507-D801-409B-848C-AC7BFF4D27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F88528-FA26-468E-8F1F-563B6E0F05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270559-DB95-4FBC-B898-2EAEC84E8F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824c716fdf4473" /><Relationship Type="http://schemas.openxmlformats.org/officeDocument/2006/relationships/slideLayout" Target="/ppt/slideLayouts/slideLayout1.xml" Id="Rc5999a324ab44c10" /><Relationship Type="http://schemas.openxmlformats.org/officeDocument/2006/relationships/slideLayout" Target="/ppt/slideLayouts/slideLayout2.xml" Id="Rbfa292aca27e497e" /><Relationship Type="http://schemas.openxmlformats.org/officeDocument/2006/relationships/slideLayout" Target="/ppt/slideLayouts/slideLayout3.xml" Id="Rda96134b50c949dc" /><Relationship Type="http://schemas.openxmlformats.org/officeDocument/2006/relationships/slideLayout" Target="/ppt/slideLayouts/slideLayout4.xml" Id="R14a93631ab6b402f" /><Relationship Type="http://schemas.openxmlformats.org/officeDocument/2006/relationships/slideLayout" Target="/ppt/slideLayouts/slideLayout5.xml" Id="R76842d285f2c4e65" /><Relationship Type="http://schemas.openxmlformats.org/officeDocument/2006/relationships/slideLayout" Target="/ppt/slideLayouts/slideLayout6.xml" Id="R0b18a1f8ceda40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999a324ab44c10"/>
    <p:sldLayoutId xmlns:r="http://schemas.openxmlformats.org/officeDocument/2006/relationships" id="2147483650" r:id="Rbfa292aca27e497e"/>
    <p:sldLayoutId xmlns:r="http://schemas.openxmlformats.org/officeDocument/2006/relationships" id="2147483651" r:id="Rda96134b50c949dc"/>
    <p:sldLayoutId xmlns:r="http://schemas.openxmlformats.org/officeDocument/2006/relationships" id="2147483652" r:id="R14a93631ab6b402f"/>
    <p:sldLayoutId xmlns:r="http://schemas.openxmlformats.org/officeDocument/2006/relationships" id="2147483653" r:id="R76842d285f2c4e65"/>
    <p:sldLayoutId xmlns:r="http://schemas.openxmlformats.org/officeDocument/2006/relationships" id="2147483654" r:id="R0b18a1f8ceda40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da5c3eec144d0" /><Relationship Type="http://schemas.openxmlformats.org/officeDocument/2006/relationships/image" Target="/ppt/media/image.png" Id="R3a4e24567b0f41a1" /><Relationship Type="http://schemas.openxmlformats.org/officeDocument/2006/relationships/notesSlide" Target="/ppt/notesSlides/notesSlide1.xml" Id="R84dfa3672f8d49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d1e1747531401c" /><Relationship Type="http://schemas.openxmlformats.org/officeDocument/2006/relationships/notesSlide" Target="/ppt/notesSlides/notesSlide2.xml" Id="Rd3e7fac742cd48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d150503bc6421c" /><Relationship Type="http://schemas.openxmlformats.org/officeDocument/2006/relationships/image" Target="/ppt/media/image2.png" Id="R2005fefd5d7a453e" /><Relationship Type="http://schemas.openxmlformats.org/officeDocument/2006/relationships/notesSlide" Target="/ppt/notesSlides/notesSlide3.xml" Id="Rc09c277736f347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8f0c7ec362483f" /><Relationship Type="http://schemas.openxmlformats.org/officeDocument/2006/relationships/notesSlide" Target="/ppt/notesSlides/notesSlide4.xml" Id="R8932b98e7ea54b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d59e7b21b44a6" /><Relationship Type="http://schemas.openxmlformats.org/officeDocument/2006/relationships/notesSlide" Target="/ppt/notesSlides/notesSlide5.xml" Id="Refbb3b477ffa45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18f879f7fe4b24" /><Relationship Type="http://schemas.openxmlformats.org/officeDocument/2006/relationships/notesSlide" Target="/ppt/notesSlides/notesSlide6.xml" Id="Rb8cdef818fc645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8a78872714b46" /><Relationship Type="http://schemas.openxmlformats.org/officeDocument/2006/relationships/notesSlide" Target="/ppt/notesSlides/notesSlide7.xml" Id="R883a0effe93d41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5b9838d3f64f99" /><Relationship Type="http://schemas.openxmlformats.org/officeDocument/2006/relationships/notesSlide" Target="/ppt/notesSlides/notesSlide8.xml" Id="R3146d521262044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41c34858404ca6" /><Relationship Type="http://schemas.openxmlformats.org/officeDocument/2006/relationships/notesSlide" Target="/ppt/notesSlides/notesSlide9.xml" Id="Rf8c44a583fe64c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7e42f95f3a49e6" /><Relationship Type="http://schemas.openxmlformats.org/officeDocument/2006/relationships/notesSlide" Target="/ppt/notesSlides/notesSlide10.xml" Id="R7b624a317d0740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3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1CC86-0474-4CCD-8820-8752694270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4e24567b0f41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079AF-9157-4308-838E-A35134F6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BCE6D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CE6D4"/>
                </a:solidFill>
                <a:latin typeface="Arial"/>
                <a:ea typeface="Arial"/>
                <a:cs typeface="Arial"/>
              </a:rPr>
              <a:t>GENESIS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23AEE-9913-4ABB-A7EE-8D9BA90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apps</a:t>
            </a:r>
          </a:p>
          <a:p xmlns:a="http://schemas.openxmlformats.org/drawingml/2006/main">
            <a:pPr>
              <a:buNone/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a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BE14A-8F9A-4DC0-8BA9-A7ED30BE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504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D2E8D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2E8DF"/>
                </a:solidFill>
                <a:latin typeface="Arial"/>
                <a:ea typeface="Arial"/>
                <a:cs typeface="Arial"/>
              </a:rPr>
              <a:t>An AI workspace for CRM-connected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455777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0C758-ADB3-47BE-B952-14D3C0AF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GENESIS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96B9B-B761-4EBF-8416-E281F1DA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9DF98-C842-496C-9F3D-50F15312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638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Describe the workflow.</a:t>
            </a:r>
          </a:p>
          <a:p xmlns:a="http://schemas.openxmlformats.org/drawingml/2006/main">
            <a:pPr>
              <a:buNone/>
              <a:defRPr sz="31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Build with live CRM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0EF7B-3A34-4D6E-B85A-6191A7BA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Genesis turns a plain-language request into editable web app files and a sandboxed preview.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1B7A9-D5EC-4C79-BDC5-81B56E7C8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FOR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D19D2-DCC3-4585-86EF-3AC19962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33650"/>
            <a:ext cx="2762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Explore a workflow visually and iterate in conversation.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8ECCC-8329-4D2A-89C7-905E8221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53689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78FD5-0661-45AF-A457-0E788EB3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GENESIS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B012FE-C643-44CF-8516-388DBE16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The product experience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2E9E9-B530-4A0E-9F69-D1C3578FF9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5fefd5d7a453e"/>
          <a:srcRect xmlns:a="http://schemas.openxmlformats.org/drawingml/2006/main" l="0" t="112" r="0" b="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0" y="1952625"/>
            <a:ext cx="6191250" cy="3476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9B698-E3AC-4D54-9453-CC044A8E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7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A conversation becomes a working starting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9E61A-47CD-4042-A7E7-C0BE23A4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3905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A single workspace keeps the prompt, generated code and live preview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A4325-6F86-439A-9B5E-2BDF960A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7212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Illustrative 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870DB-EA73-4BD1-966A-BF7538E0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2652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4B4CD-8A98-43C7-A3BD-CAF95E11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GENESIS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6D98A-937A-4DA2-BF6F-FDEAA023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A workflow from prompt to preview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8EF7F-E81D-4A7D-9B13-38B404F9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A4C94-D3F8-42FA-A920-5CA84957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E5F2C-DDD5-40E2-9B21-03BA3675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Sign in and connect a CRM location.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D3B4D-C1FA-476E-A441-7F681A7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3837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54725-2ADF-4EBA-95EE-6F981345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0512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Describe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D2954-A560-450D-90AC-78478888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433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Ask for an application in plain language.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28881-97A4-4BE9-B046-0CA2040D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3837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BC3AF7-FA4B-4B6F-9B1A-57B2AA4C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0512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7006D-9FDD-41EE-9A16-68057313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433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Watch output arrive and inspect generated files.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B0559C-4215-42D0-9A8A-89EF3689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A0870-FB5E-46FC-950D-DA3DE11D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05125"/>
            <a:ext cx="2333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Refine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F82FF6-D8B6-4C6A-B80E-7A35AEBB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Edit code or ask for the next change.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AF293-968F-4E76-B6C3-487B0D12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010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D4DE9-A395-42E5-83E8-F6C02F84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GENESIS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03F9F0-5E5E-451F-8B16-67F8532E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One workspace for building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2E5D8-034E-4BDF-A152-2D27D0B8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6CB18-E277-40C6-9332-0E1CAAD8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Send requests, follow generation and review the project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C1A031-172F-4702-B608-0FE5A77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95387-3016-4B6E-B18F-5720C3B9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Inspect and edit project files in a Monaco-based editor.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214BF-1F7A-4FD3-8D1C-053A36AB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907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6D0D46-9168-4D31-895E-87E3B6BB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4795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Run the generated app in an isolated iframe with a CRM bridge.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657BF-C35C-49B3-B614-67C488AB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Saved snapshots support restoring an earlier version.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C3304-0AE8-422A-AAD7-F5004329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890758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BED1D-DA01-48DF-B4D9-912AD737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GENESIS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A90FC-5B63-4540-A2B5-3D9F9803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Connected CRM workflows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9E3922-8764-4466-99A5-B9393803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Contacts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F9C76-D8EC-4F3B-9CE5-11097BFE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List and search contacts. Create or update a contact after confirmation.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5C0DB-55C8-4D5D-A230-C2CA61EC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478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Conversations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C9356-545B-4E98-991D-52523477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050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List conversations, read messages and submit an SMS or email.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031CC-995D-4A82-829C-9FFA54A9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478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Calendars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C5E36-4345-4B0D-8338-155955D7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List calendars, retrieve appointments and check available slots.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7FE6DF-BACE-48EA-A868-A7441B23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Delivery and account permissions depend on the connected CRM environment.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3F5D2F-F519-4E90-9ED7-4E4D0101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7473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EED88-726C-49E6-8B21-3BD5BD26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GENESIS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1D624-B4F3-4224-A587-7FA0B026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Production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9C26A-318F-429D-89AD-868F6909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A83AE-878C-4AC0-9BA7-C3369AF2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714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Vue workspace</a:t>
            </a:r>
          </a:p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Sandboxed app preview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FF0B0B-3F31-4B88-A3C9-0E0027B4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33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Firebase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2713C-3841-4CA7-B2F3-F8E1B6A0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95575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Hosting and Authentication</a:t>
            </a:r>
          </a:p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Functions and Firestore</a:t>
            </a:r>
          </a:p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Secret Manager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726AE-B1EF-41F9-ADC8-7E7FDB29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33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External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0A1CE-E59D-47B8-8DED-0280BAA3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9557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HighLevel OAuth and APIs</a:t>
            </a:r>
          </a:p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AI generation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7817F-ABA0-475E-AB08-76313557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The backend validates requests and keeps CRM credentials on the server.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34537A-AC81-4014-8433-F3F8883D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83D75-D6F3-4DE5-9180-2B3E881F9877}"/>
              </a:ext>
            </a:extLst>
          </p:cNvPr>
          <p:cNvCxnSpPr/>
          <p:nvPr/>
        </p:nvCxnSpPr>
        <p:spPr>
          <a:xfrm xmlns:a="http://schemas.openxmlformats.org/drawingml/2006/main">
            <a:off x="3333750" y="2333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A55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CBF2D-5403-4121-8058-7AA82CAF722C}"/>
              </a:ext>
            </a:extLst>
          </p:cNvPr>
          <p:cNvCxnSpPr/>
          <p:nvPr/>
        </p:nvCxnSpPr>
        <p:spPr>
          <a:xfrm xmlns:a="http://schemas.openxmlformats.org/drawingml/2006/main">
            <a:off x="6619875" y="23336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A55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9493820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42B4A-B359-4611-98DC-9EF42854EB6E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524875" y="3119438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A55"/>
            </a:solidFill>
            <a:prstDash val="solid"/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062F6-3419-4765-A8A3-25D1AD9B1CB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724525" y="3119438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A55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FDCCC4-AEBF-49DF-AF03-FB7086A7357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24175" y="3119438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A55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37C54-FF97-4D6E-9C08-3AE91DA7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GENESIS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2DDE7-FA5C-427D-ABF0-88771C49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Generation and data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2FC0B-12B1-480F-82C6-943EE9D0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383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9B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D1B1C-977F-4689-96A8-06E32D60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1778B-4EB8-4F11-8D24-3DA20ACD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Natural-language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34ED7-CF23-49E9-A4E0-C51804F8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22383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9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CDCEA-9835-4C4F-B902-3A154592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670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7EB52-B0D9-4F3B-9641-49302E40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AI streams a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2422F-281C-4C8A-BF76-A53BA826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22383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9B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88491-EB9E-40EB-8BDF-3E0D3B9D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Validate and save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CA4B7-ABDB-4CD6-A308-5B29E868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Files and snapshots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DDF66-F683-48E9-B393-E051CBEA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76500"/>
            <a:ext cx="22383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7C9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7AC7C0-FE0B-4377-A259-970771F6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670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Preview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2374A-9ACD-4E4E-8A78-E3F02E68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1924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Run the generated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F037E-144D-4D9F-9184-4CFFBD32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CRM requests pass through the host bridge and the backend.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1B5B6-EDA7-47F5-9104-67B797F2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40782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39203-8B22-4091-AEAD-20E44FD5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GENESIS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78073-4CB0-4F84-B6EB-9D9608F9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Safety and version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2B7D2-3FF6-4DD7-A6B1-06D86186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Credentials stay on the server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98A8A-0FA6-48AF-868E-E7F2E421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4857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OAuth tokens are encrypted before storage. The preview receives a limited API bridge.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9CEA9-8C92-49CF-AF2D-32C9CB5D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Changes can be reviewed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04A4BC-8ABE-4BD2-8854-594B2E0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4619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CRM writes require confirmation. Snapshots support restore and generation diff.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0A6EC-61F6-4CFF-9A72-5AEC574B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Access controls and rate limits protect supported endpoints.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D89D4-6D7F-4CFD-84B9-56A9F744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75021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24BB7-CEFA-41CA-966E-B7710360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GENESIS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AA569-F218-48FF-AC6A-EBDC8638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Deployment and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1A02C-0212-4362-935F-F573CD93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7200C-E5C1-4472-BB88-762A8739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47148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Firebase-hosted workspace</a:t>
            </a:r>
          </a:p>
          <a:p xmlns:a="http://schemas.openxmlformats.org/drawingml/2006/main">
            <a: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HighLevel CRM integration</a:t>
            </a:r>
          </a:p>
          <a:p xmlns:a="http://schemas.openxmlformats.org/drawingml/2006/main">
            <a: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Editable code and version history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7D0C4-43FF-45A8-BA69-53F1CB19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907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176A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6A55"/>
                </a:solidFill>
                <a:latin typeface="Arial"/>
                <a:ea typeface="Arial"/>
                <a:cs typeface="Arial"/>
              </a:rPr>
              <a:t>AI generation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FC832-6070-4704-B7F6-724AF474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4762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Responses stream into the workspace</a:t>
            </a:r>
          </a:p>
          <a:p xmlns:a="http://schemas.openxmlformats.org/drawingml/2006/main">
            <a: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Generated files are validated</a:t>
            </a:r>
          </a:p>
          <a:p xmlns:a="http://schemas.openxmlformats.org/drawingml/2006/main">
            <a:pPr>
              <a:buNone/>
              <a:defRPr sz="1725" b="0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B25"/>
                </a:solidFill>
                <a:latin typeface="Arial"/>
                <a:ea typeface="Arial"/>
                <a:cs typeface="Arial"/>
              </a:rPr>
              <a:t>Users can stop a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40F24-271B-462B-AA2B-F53CFB3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Generation uses the OpenAI SDK with server-side credentials.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65B95D-2657-4829-B47D-DCE4256B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3436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975" b="0">
                <a:solidFill>
                  <a:srgbClr val="56736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73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85650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2026-10-29T15:08:55.1980000Z</dcterms:created>
  <dcterms:modified xsi:type="dcterms:W3CDTF">2026-10-29T15:08:55.1980000Z</dcterms:modified>
</coreProperties>
</file>